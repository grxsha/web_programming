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DCGacwQThjHh1C74ooUT7N4Ga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298BE6-5E52-4110-9212-4B29849A0822}">
  <a:tblStyle styleId="{98298BE6-5E52-4110-9212-4B29849A08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de752e6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6de752e6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de752e6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6de752e6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de752e62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6de752e62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/>
          <p:nvPr/>
        </p:nvSpPr>
        <p:spPr>
          <a:xfrm>
            <a:off x="914400" y="2393950"/>
            <a:ext cx="103632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8"/>
          <p:cNvSpPr txBox="1"/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7"/>
          <p:cNvSpPr/>
          <p:nvPr/>
        </p:nvSpPr>
        <p:spPr>
          <a:xfrm>
            <a:off x="812800" y="1566864"/>
            <a:ext cx="10610851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7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b="1" lang="en-IN" sz="2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TITLE: 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RECIPE APP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b="1" lang="en-IN" sz="2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DEVELOPMENT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b="1" lang="en-IN" sz="2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STACK: 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HTML, CSS, JAVASCRIPT, REACT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0000"/>
              </a:buClr>
              <a:buSzPts val="2000"/>
              <a:buFont typeface="Noto Sans Symbols"/>
              <a:buNone/>
            </a:pPr>
            <a:r>
              <a:rPr b="1" lang="en-IN" sz="20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GRISHA 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0000"/>
              </a:buClr>
              <a:buSzPts val="2000"/>
              <a:buFont typeface="Noto Sans Symbols"/>
              <a:buNone/>
            </a:pPr>
            <a:r>
              <a:rPr b="1" lang="en-IN" sz="20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</a:t>
            </a: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20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2116241901030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(Cyber Security)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339" y="194915"/>
            <a:ext cx="2689499" cy="86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THE PROJECT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755651" y="1838960"/>
            <a:ext cx="10668000" cy="418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The Recipe App is a React-based web application that helps users discover recipes, save their favorites and plan their grocery shopping in one place.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The application allows users to: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Browse a grid of recipes with image, name and category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Search recipes by name and filter by category or ingredient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View full recipe details: ingredients with measures, instructions and video link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Save favorite recipes for quick access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Build a shopping list from a recipe’s ingredients, with duplicates merged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Switch between dark and light themes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Built with </a:t>
            </a:r>
            <a:r>
              <a:rPr lang="en-IN" sz="1400" b="1">
                <a:latin typeface="Times New Roman"/>
                <a:ea typeface="Times New Roman"/>
                <a:cs typeface="Times New Roman"/>
                <a:sym typeface="Times New Roman"/>
              </a:rPr>
              <a:t>HTML, CSS and JavaScript (React)</a:t>
            </a: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, the app uses the free TheMealDB API and stores user data in the browser, so no backend or API key is required.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/ OBJECTIVE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Finding a recipe, remembering favorites and writing a shopping list usually means switching between websites, notes and apps. This project provides a single, fast and easy-to-use web application for all three.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4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Build a responsive, multi-page web application using React.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Fetch and display real recipe data from a public REST API.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Provide search, category and ingredient filtering.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Let users save favorites and manage a shopping list that persists across sessions.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Apply component-based design, state management with hooks and Context, and client-side routing.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Deliver an accessible interface with clear loading, error and empty states.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de752e62_0_9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1 — RECIPE DISCOVERY AND SEARCH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f6de752e62_0_9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To let users quickly find recipes by browsing, searching by name, and filtering by category or ingredient.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Home page shows a responsive grid of recipe cards (image, name, category) loaded from the TheMealDB API.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Debounced search box queries recipes by name without flooding the API with requests.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Category filter (Beef, Chicken, Vegetarian, etc.) narrows the list.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Ingredient filter lists every recipe that uses the chosen ingredient.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Loading spinners, error messages and “no results” states keep the interface clear.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Practical use of React hooks (useState, useEffect, useMemo), custom hooks (useFetch, useDebounce) and asynchronous API calls.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de752e62_0_16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2 — FAVORITES AND SHOPPING LIST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f6de752e62_0_16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To turn recipe browsing into a complete workflow: view details, save favorites and prepare a shopping list.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Recipe Detail Page (/recipe/:id)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Shows image, ingredients with measures, instructions and a YouTube link when available.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Buttons to add the recipe to favorites or add its ingredients to the shopping list.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Favorites and Shopping List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Favorites page lists saved recipes and allows removal.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Shopping list merges duplicate ingredients and supports check/uncheck, delete and clear all.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Dark/light theme choice is remembered across sessions.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All user data is stored in localStorage, so it persists after a page refresh.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Global state with the Context API, persistent storage with a custom useLocalStorage hook, and dynamic routing with React Router.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de752e62_0_30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AND PROJECT STRUCTURE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f6de752e62_0_30"/>
          <p:cNvSpPr txBox="1"/>
          <p:nvPr>
            <p:ph idx="1" type="body"/>
          </p:nvPr>
        </p:nvSpPr>
        <p:spPr>
          <a:xfrm>
            <a:off x="755650" y="1752600"/>
            <a:ext cx="106680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To organize the application into reusable, maintainable layers.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Presentation: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components (Navbar, RecipeCard, SearchBar, FilterBar, Loader, ErrorMessage) and pages (Home, RecipeDetail, Favorites, ShoppingList).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State: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AppContext holds favorites, shopping list and theme for the whole app.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Logic: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custom hooks — useFetch, useLocalStorage and useDebounce.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Data: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services/api.js wraps all TheMealDB API calls; localStorage keeps user data.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 b="1">
                <a:latin typeface="Times New Roman"/>
                <a:ea typeface="Times New Roman"/>
                <a:cs typeface="Times New Roman"/>
                <a:sym typeface="Times New Roman"/>
              </a:rPr>
              <a:t>Routing: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 React Router moves between pages without reloading.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Design Considerations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Mobile-first responsive layout using plain CSS, with hover effects and card transitions.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Semantic HTML, alt text on images and keyboard-friendly buttons for accessibility.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" name="Google Shape;130;p4"/>
          <p:cNvGraphicFramePr/>
          <p:nvPr/>
        </p:nvGraphicFramePr>
        <p:xfrm>
          <a:off x="846075" y="189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{98298BE6-5E52-4110-9212-4B29849A0822}</a:tableStyleId>
              </a:tblPr>
              <a:tblGrid>
                <a:gridCol w="3186725"/>
                <a:gridCol w="7321575"/>
              </a:tblGrid>
              <a:tr h="44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 / Technology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 18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Component-based UI with functional components and hooks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Vite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setup, fast dev server and build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 Router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Navigation between Home, Detail, Favorites and Shopping List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HTML5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page structure and accessibility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CSS3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Responsive mobile-first styling, animations, dark/light theme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(ES6+)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 logic, async/await API calls, state handling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TheMealDB API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recipe data source (no API key needed)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API + localStorage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state and persistence of favorites, list and theme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8A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OUTCOME</a:t>
            </a:r>
            <a:endParaRPr sz="2800">
              <a:solidFill>
                <a:srgbClr val="8A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None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The project gave practical experience in building a complete, data-driven web application with React.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400">
                <a:latin typeface="Times New Roman"/>
                <a:ea typeface="Times New Roman"/>
                <a:cs typeface="Times New Roman"/>
                <a:sym typeface="Times New Roman"/>
              </a:rPr>
              <a:t>Key Outcomes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Built a multi-page React application with reusable components.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Integrated a public REST API using async/await, with loading and error handling.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Managed shared state using hooks and the Context API.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Implemented search with debouncing, plus category and ingredient filters.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Persisted favorites, shopping list and theme using localStorage.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Designed a responsive, accessible interface with dark and light themes.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4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None/>
            </a:pPr>
            <a:r>
              <a:rPr lang="en-IN" sz="1400">
                <a:latin typeface="Times New Roman"/>
                <a:ea typeface="Times New Roman"/>
                <a:cs typeface="Times New Roman"/>
                <a:sym typeface="Times New Roman"/>
              </a:rPr>
              <a:t>Weekly meal planner, servings scaler for ingredient quantities, and a “what can I cook with these ingredients?” search.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2023-08-03T04:32:32Z</dcterms:created>
  <dc:creator>Rupmala R</dc:creator>
</cp:coreProperties>
</file>